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1" dt="2026-08-28T02:24:44.021"/>
    <p1510:client id="{0DC6CF60-C8CB-DC42-C49E-5B5162E270C8}" v="152" dt="2026-08-28T01:38:56.282"/>
    <p1510:client id="{A8203B7A-93C2-D3DE-43FE-E6530B55CD99}" v="4" dt="2026-08-28T01:50:55.388"/>
    <p1510:client id="{C9765B5F-7129-0178-CDE3-73D7A8E1A9C4}" v="15" dt="2026-08-28T02:12:54.7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0" d="100"/>
          <a:sy n="70" d="100"/>
        </p:scale>
        <p:origin x="3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an Nguyen Hong" userId="S::quannh40@fpt.com::4125e705-c8d5-45b0-82c0-7c7a95adeaf2" providerId="AD" clId="Web-{0DC6CF60-C8CB-DC42-C49E-5B5162E270C8}"/>
    <pc:docChg chg="addSld modSld">
      <pc:chgData name="Quan Nguyen Hong" userId="S::quannh40@fpt.com::4125e705-c8d5-45b0-82c0-7c7a95adeaf2" providerId="AD" clId="Web-{0DC6CF60-C8CB-DC42-C49E-5B5162E270C8}" dt="2026-08-28T01:38:56.282" v="151" actId="20577"/>
      <pc:docMkLst>
        <pc:docMk/>
      </pc:docMkLst>
      <pc:sldChg chg="modSp">
        <pc:chgData name="Quan Nguyen Hong" userId="S::quannh40@fpt.com::4125e705-c8d5-45b0-82c0-7c7a95adeaf2" providerId="AD" clId="Web-{0DC6CF60-C8CB-DC42-C49E-5B5162E270C8}" dt="2026-08-28T00:51:15.335" v="19" actId="20577"/>
        <pc:sldMkLst>
          <pc:docMk/>
          <pc:sldMk cId="109857222" sldId="256"/>
        </pc:sldMkLst>
        <pc:spChg chg="mod">
          <ac:chgData name="Quan Nguyen Hong" userId="S::quannh40@fpt.com::4125e705-c8d5-45b0-82c0-7c7a95adeaf2" providerId="AD" clId="Web-{0DC6CF60-C8CB-DC42-C49E-5B5162E270C8}" dt="2026-08-28T00:51:12.398" v="18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Quan Nguyen Hong" userId="S::quannh40@fpt.com::4125e705-c8d5-45b0-82c0-7c7a95adeaf2" providerId="AD" clId="Web-{0DC6CF60-C8CB-DC42-C49E-5B5162E270C8}" dt="2026-08-28T00:51:15.335" v="19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Quan Nguyen Hong" userId="S::quannh40@fpt.com::4125e705-c8d5-45b0-82c0-7c7a95adeaf2" providerId="AD" clId="Web-{0DC6CF60-C8CB-DC42-C49E-5B5162E270C8}" dt="2026-08-28T01:28:10.684" v="56" actId="20577"/>
        <pc:sldMkLst>
          <pc:docMk/>
          <pc:sldMk cId="535933968" sldId="257"/>
        </pc:sldMkLst>
        <pc:spChg chg="mod">
          <ac:chgData name="Quan Nguyen Hong" userId="S::quannh40@fpt.com::4125e705-c8d5-45b0-82c0-7c7a95adeaf2" providerId="AD" clId="Web-{0DC6CF60-C8CB-DC42-C49E-5B5162E270C8}" dt="2026-08-28T00:51:26.648" v="25" actId="20577"/>
          <ac:spMkLst>
            <pc:docMk/>
            <pc:sldMk cId="535933968" sldId="257"/>
            <ac:spMk id="2" creationId="{9F9E7EB5-F6CD-77CE-5ABA-6E7212FDF1B7}"/>
          </ac:spMkLst>
        </pc:spChg>
        <pc:spChg chg="mod">
          <ac:chgData name="Quan Nguyen Hong" userId="S::quannh40@fpt.com::4125e705-c8d5-45b0-82c0-7c7a95adeaf2" providerId="AD" clId="Web-{0DC6CF60-C8CB-DC42-C49E-5B5162E270C8}" dt="2026-08-28T01:28:10.684" v="56" actId="20577"/>
          <ac:spMkLst>
            <pc:docMk/>
            <pc:sldMk cId="535933968" sldId="257"/>
            <ac:spMk id="3" creationId="{4D9830E9-135A-7A61-E32C-E3BCD3B398BA}"/>
          </ac:spMkLst>
        </pc:spChg>
      </pc:sldChg>
      <pc:sldChg chg="modSp new">
        <pc:chgData name="Quan Nguyen Hong" userId="S::quannh40@fpt.com::4125e705-c8d5-45b0-82c0-7c7a95adeaf2" providerId="AD" clId="Web-{0DC6CF60-C8CB-DC42-C49E-5B5162E270C8}" dt="2026-08-28T01:28:03.168" v="55" actId="20577"/>
        <pc:sldMkLst>
          <pc:docMk/>
          <pc:sldMk cId="2074898125" sldId="258"/>
        </pc:sldMkLst>
        <pc:spChg chg="mod">
          <ac:chgData name="Quan Nguyen Hong" userId="S::quannh40@fpt.com::4125e705-c8d5-45b0-82c0-7c7a95adeaf2" providerId="AD" clId="Web-{0DC6CF60-C8CB-DC42-C49E-5B5162E270C8}" dt="2026-08-28T01:28:03.168" v="55" actId="20577"/>
          <ac:spMkLst>
            <pc:docMk/>
            <pc:sldMk cId="2074898125" sldId="258"/>
            <ac:spMk id="2" creationId="{591706A7-82EF-B540-8132-C3081D97BDFF}"/>
          </ac:spMkLst>
        </pc:spChg>
      </pc:sldChg>
      <pc:sldChg chg="modSp new">
        <pc:chgData name="Quan Nguyen Hong" userId="S::quannh40@fpt.com::4125e705-c8d5-45b0-82c0-7c7a95adeaf2" providerId="AD" clId="Web-{0DC6CF60-C8CB-DC42-C49E-5B5162E270C8}" dt="2026-08-28T01:28:16.762" v="57" actId="20577"/>
        <pc:sldMkLst>
          <pc:docMk/>
          <pc:sldMk cId="2245326405" sldId="259"/>
        </pc:sldMkLst>
        <pc:spChg chg="mod">
          <ac:chgData name="Quan Nguyen Hong" userId="S::quannh40@fpt.com::4125e705-c8d5-45b0-82c0-7c7a95adeaf2" providerId="AD" clId="Web-{0DC6CF60-C8CB-DC42-C49E-5B5162E270C8}" dt="2026-08-28T01:28:16.762" v="57" actId="20577"/>
          <ac:spMkLst>
            <pc:docMk/>
            <pc:sldMk cId="2245326405" sldId="259"/>
            <ac:spMk id="2" creationId="{E215B623-3DBF-1458-B632-FFA6E5F978C7}"/>
          </ac:spMkLst>
        </pc:spChg>
      </pc:sldChg>
      <pc:sldChg chg="modSp new">
        <pc:chgData name="Quan Nguyen Hong" userId="S::quannh40@fpt.com::4125e705-c8d5-45b0-82c0-7c7a95adeaf2" providerId="AD" clId="Web-{0DC6CF60-C8CB-DC42-C49E-5B5162E270C8}" dt="2026-08-28T01:28:31.887" v="62" actId="20577"/>
        <pc:sldMkLst>
          <pc:docMk/>
          <pc:sldMk cId="779030009" sldId="260"/>
        </pc:sldMkLst>
        <pc:spChg chg="mod">
          <ac:chgData name="Quan Nguyen Hong" userId="S::quannh40@fpt.com::4125e705-c8d5-45b0-82c0-7c7a95adeaf2" providerId="AD" clId="Web-{0DC6CF60-C8CB-DC42-C49E-5B5162E270C8}" dt="2026-08-28T01:28:31.887" v="62" actId="20577"/>
          <ac:spMkLst>
            <pc:docMk/>
            <pc:sldMk cId="779030009" sldId="260"/>
            <ac:spMk id="2" creationId="{7FF16014-8249-8B67-69A4-6ACFA7437DDC}"/>
          </ac:spMkLst>
        </pc:spChg>
      </pc:sldChg>
      <pc:sldChg chg="addSp delSp modSp new">
        <pc:chgData name="Quan Nguyen Hong" userId="S::quannh40@fpt.com::4125e705-c8d5-45b0-82c0-7c7a95adeaf2" providerId="AD" clId="Web-{0DC6CF60-C8CB-DC42-C49E-5B5162E270C8}" dt="2026-08-28T01:33:25.311" v="82" actId="1076"/>
        <pc:sldMkLst>
          <pc:docMk/>
          <pc:sldMk cId="2888102143" sldId="261"/>
        </pc:sldMkLst>
        <pc:spChg chg="mod">
          <ac:chgData name="Quan Nguyen Hong" userId="S::quannh40@fpt.com::4125e705-c8d5-45b0-82c0-7c7a95adeaf2" providerId="AD" clId="Web-{0DC6CF60-C8CB-DC42-C49E-5B5162E270C8}" dt="2026-08-28T01:33:00.545" v="76" actId="14100"/>
          <ac:spMkLst>
            <pc:docMk/>
            <pc:sldMk cId="2888102143" sldId="261"/>
            <ac:spMk id="2" creationId="{5959D58F-1848-F464-495B-72D910321501}"/>
          </ac:spMkLst>
        </pc:spChg>
        <pc:spChg chg="del">
          <ac:chgData name="Quan Nguyen Hong" userId="S::quannh40@fpt.com::4125e705-c8d5-45b0-82c0-7c7a95adeaf2" providerId="AD" clId="Web-{0DC6CF60-C8CB-DC42-C49E-5B5162E270C8}" dt="2026-08-28T01:32:42.108" v="73"/>
          <ac:spMkLst>
            <pc:docMk/>
            <pc:sldMk cId="2888102143" sldId="261"/>
            <ac:spMk id="3" creationId="{50D0E56D-1389-A2FC-F7D1-93C027CA9DA4}"/>
          </ac:spMkLst>
        </pc:spChg>
        <pc:picChg chg="add mod ord">
          <ac:chgData name="Quan Nguyen Hong" userId="S::quannh40@fpt.com::4125e705-c8d5-45b0-82c0-7c7a95adeaf2" providerId="AD" clId="Web-{0DC6CF60-C8CB-DC42-C49E-5B5162E270C8}" dt="2026-08-28T01:33:25.311" v="82" actId="1076"/>
          <ac:picMkLst>
            <pc:docMk/>
            <pc:sldMk cId="2888102143" sldId="261"/>
            <ac:picMk id="4" creationId="{F9066E04-AA62-C90F-9499-B085946A9D77}"/>
          </ac:picMkLst>
        </pc:picChg>
      </pc:sldChg>
      <pc:sldChg chg="modSp new">
        <pc:chgData name="Quan Nguyen Hong" userId="S::quannh40@fpt.com::4125e705-c8d5-45b0-82c0-7c7a95adeaf2" providerId="AD" clId="Web-{0DC6CF60-C8CB-DC42-C49E-5B5162E270C8}" dt="2026-08-28T01:35:54.968" v="120" actId="20577"/>
        <pc:sldMkLst>
          <pc:docMk/>
          <pc:sldMk cId="710890955" sldId="262"/>
        </pc:sldMkLst>
        <pc:spChg chg="mod">
          <ac:chgData name="Quan Nguyen Hong" userId="S::quannh40@fpt.com::4125e705-c8d5-45b0-82c0-7c7a95adeaf2" providerId="AD" clId="Web-{0DC6CF60-C8CB-DC42-C49E-5B5162E270C8}" dt="2026-08-28T01:35:54.968" v="120" actId="20577"/>
          <ac:spMkLst>
            <pc:docMk/>
            <pc:sldMk cId="710890955" sldId="262"/>
            <ac:spMk id="2" creationId="{693DCFD6-06B9-1522-CA19-34FAE356D8B7}"/>
          </ac:spMkLst>
        </pc:spChg>
      </pc:sldChg>
      <pc:sldChg chg="modSp new">
        <pc:chgData name="Quan Nguyen Hong" userId="S::quannh40@fpt.com::4125e705-c8d5-45b0-82c0-7c7a95adeaf2" providerId="AD" clId="Web-{0DC6CF60-C8CB-DC42-C49E-5B5162E270C8}" dt="2026-08-28T01:34:50.858" v="104" actId="20577"/>
        <pc:sldMkLst>
          <pc:docMk/>
          <pc:sldMk cId="1532126561" sldId="263"/>
        </pc:sldMkLst>
        <pc:spChg chg="mod">
          <ac:chgData name="Quan Nguyen Hong" userId="S::quannh40@fpt.com::4125e705-c8d5-45b0-82c0-7c7a95adeaf2" providerId="AD" clId="Web-{0DC6CF60-C8CB-DC42-C49E-5B5162E270C8}" dt="2026-08-28T01:34:50.858" v="104" actId="20577"/>
          <ac:spMkLst>
            <pc:docMk/>
            <pc:sldMk cId="1532126561" sldId="263"/>
            <ac:spMk id="2" creationId="{C4759566-53FE-4FCE-B324-84A9858F4AA7}"/>
          </ac:spMkLst>
        </pc:spChg>
      </pc:sldChg>
      <pc:sldChg chg="modSp new">
        <pc:chgData name="Quan Nguyen Hong" userId="S::quannh40@fpt.com::4125e705-c8d5-45b0-82c0-7c7a95adeaf2" providerId="AD" clId="Web-{0DC6CF60-C8CB-DC42-C49E-5B5162E270C8}" dt="2026-08-28T01:38:04.688" v="130" actId="20577"/>
        <pc:sldMkLst>
          <pc:docMk/>
          <pc:sldMk cId="4085636397" sldId="264"/>
        </pc:sldMkLst>
        <pc:spChg chg="mod">
          <ac:chgData name="Quan Nguyen Hong" userId="S::quannh40@fpt.com::4125e705-c8d5-45b0-82c0-7c7a95adeaf2" providerId="AD" clId="Web-{0DC6CF60-C8CB-DC42-C49E-5B5162E270C8}" dt="2026-08-28T01:38:04.688" v="130" actId="20577"/>
          <ac:spMkLst>
            <pc:docMk/>
            <pc:sldMk cId="4085636397" sldId="264"/>
            <ac:spMk id="2" creationId="{B68057FB-7277-1CE0-349C-D56E734BBA79}"/>
          </ac:spMkLst>
        </pc:spChg>
      </pc:sldChg>
      <pc:sldChg chg="modSp new">
        <pc:chgData name="Quan Nguyen Hong" userId="S::quannh40@fpt.com::4125e705-c8d5-45b0-82c0-7c7a95adeaf2" providerId="AD" clId="Web-{0DC6CF60-C8CB-DC42-C49E-5B5162E270C8}" dt="2026-08-28T01:38:56.282" v="151" actId="20577"/>
        <pc:sldMkLst>
          <pc:docMk/>
          <pc:sldMk cId="87127673" sldId="265"/>
        </pc:sldMkLst>
        <pc:spChg chg="mod">
          <ac:chgData name="Quan Nguyen Hong" userId="S::quannh40@fpt.com::4125e705-c8d5-45b0-82c0-7c7a95adeaf2" providerId="AD" clId="Web-{0DC6CF60-C8CB-DC42-C49E-5B5162E270C8}" dt="2026-08-28T01:38:56.282" v="151" actId="20577"/>
          <ac:spMkLst>
            <pc:docMk/>
            <pc:sldMk cId="87127673" sldId="265"/>
            <ac:spMk id="2" creationId="{A53BAE3B-8B1B-D77B-296C-62FEFDD917B3}"/>
          </ac:spMkLst>
        </pc:spChg>
      </pc:sldChg>
      <pc:sldChg chg="modSp new">
        <pc:chgData name="Quan Nguyen Hong" userId="S::quannh40@fpt.com::4125e705-c8d5-45b0-82c0-7c7a95adeaf2" providerId="AD" clId="Web-{0DC6CF60-C8CB-DC42-C49E-5B5162E270C8}" dt="2026-08-28T01:29:05.700" v="67" actId="20577"/>
        <pc:sldMkLst>
          <pc:docMk/>
          <pc:sldMk cId="3628618572" sldId="266"/>
        </pc:sldMkLst>
        <pc:spChg chg="mod">
          <ac:chgData name="Quan Nguyen Hong" userId="S::quannh40@fpt.com::4125e705-c8d5-45b0-82c0-7c7a95adeaf2" providerId="AD" clId="Web-{0DC6CF60-C8CB-DC42-C49E-5B5162E270C8}" dt="2026-08-28T01:29:05.700" v="67" actId="20577"/>
          <ac:spMkLst>
            <pc:docMk/>
            <pc:sldMk cId="3628618572" sldId="266"/>
            <ac:spMk id="2" creationId="{CF7739D3-7A79-5D73-5EA9-F450C021B872}"/>
          </ac:spMkLst>
        </pc:spChg>
      </pc:sldChg>
      <pc:sldChg chg="modSp new">
        <pc:chgData name="Quan Nguyen Hong" userId="S::quannh40@fpt.com::4125e705-c8d5-45b0-82c0-7c7a95adeaf2" providerId="AD" clId="Web-{0DC6CF60-C8CB-DC42-C49E-5B5162E270C8}" dt="2026-08-28T01:29:19.403" v="69" actId="20577"/>
        <pc:sldMkLst>
          <pc:docMk/>
          <pc:sldMk cId="3753878902" sldId="267"/>
        </pc:sldMkLst>
        <pc:spChg chg="mod">
          <ac:chgData name="Quan Nguyen Hong" userId="S::quannh40@fpt.com::4125e705-c8d5-45b0-82c0-7c7a95adeaf2" providerId="AD" clId="Web-{0DC6CF60-C8CB-DC42-C49E-5B5162E270C8}" dt="2026-08-28T01:29:19.403" v="69" actId="20577"/>
          <ac:spMkLst>
            <pc:docMk/>
            <pc:sldMk cId="3753878902" sldId="267"/>
            <ac:spMk id="2" creationId="{047CF780-DDD1-E361-5BAE-503AB4BB501E}"/>
          </ac:spMkLst>
        </pc:spChg>
      </pc:sldChg>
      <pc:sldChg chg="modSp new">
        <pc:chgData name="Quan Nguyen Hong" userId="S::quannh40@fpt.com::4125e705-c8d5-45b0-82c0-7c7a95adeaf2" providerId="AD" clId="Web-{0DC6CF60-C8CB-DC42-C49E-5B5162E270C8}" dt="2026-08-28T01:29:35.310" v="71" actId="20577"/>
        <pc:sldMkLst>
          <pc:docMk/>
          <pc:sldMk cId="1720571333" sldId="268"/>
        </pc:sldMkLst>
        <pc:spChg chg="mod">
          <ac:chgData name="Quan Nguyen Hong" userId="S::quannh40@fpt.com::4125e705-c8d5-45b0-82c0-7c7a95adeaf2" providerId="AD" clId="Web-{0DC6CF60-C8CB-DC42-C49E-5B5162E270C8}" dt="2026-08-28T01:29:35.310" v="71" actId="20577"/>
          <ac:spMkLst>
            <pc:docMk/>
            <pc:sldMk cId="1720571333" sldId="268"/>
            <ac:spMk id="2" creationId="{7A331FA9-8D94-9A26-1173-907D71DE76DF}"/>
          </ac:spMkLst>
        </pc:spChg>
      </pc:sldChg>
      <pc:sldChg chg="new">
        <pc:chgData name="Quan Nguyen Hong" userId="S::quannh40@fpt.com::4125e705-c8d5-45b0-82c0-7c7a95adeaf2" providerId="AD" clId="Web-{0DC6CF60-C8CB-DC42-C49E-5B5162E270C8}" dt="2026-08-28T01:30:12.638" v="72"/>
        <pc:sldMkLst>
          <pc:docMk/>
          <pc:sldMk cId="3931214249" sldId="269"/>
        </pc:sldMkLst>
      </pc:sldChg>
    </pc:docChg>
  </pc:docChgLst>
  <pc:docChgLst>
    <pc:chgData name="Quan Nguyen Hong" userId="S::quannh40@fpt.com::4125e705-c8d5-45b0-82c0-7c7a95adeaf2" providerId="AD" clId="Web-{A8203B7A-93C2-D3DE-43FE-E6530B55CD99}"/>
    <pc:docChg chg="modSld">
      <pc:chgData name="Quan Nguyen Hong" userId="S::quannh40@fpt.com::4125e705-c8d5-45b0-82c0-7c7a95adeaf2" providerId="AD" clId="Web-{A8203B7A-93C2-D3DE-43FE-E6530B55CD99}" dt="2026-08-28T01:50:55.388" v="3"/>
      <pc:docMkLst>
        <pc:docMk/>
      </pc:docMkLst>
      <pc:sldChg chg="addSp delSp modSp">
        <pc:chgData name="Quan Nguyen Hong" userId="S::quannh40@fpt.com::4125e705-c8d5-45b0-82c0-7c7a95adeaf2" providerId="AD" clId="Web-{A8203B7A-93C2-D3DE-43FE-E6530B55CD99}" dt="2026-08-28T01:50:55.388" v="3"/>
        <pc:sldMkLst>
          <pc:docMk/>
          <pc:sldMk cId="2888102143" sldId="261"/>
        </pc:sldMkLst>
        <pc:spChg chg="add del mod">
          <ac:chgData name="Quan Nguyen Hong" userId="S::quannh40@fpt.com::4125e705-c8d5-45b0-82c0-7c7a95adeaf2" providerId="AD" clId="Web-{A8203B7A-93C2-D3DE-43FE-E6530B55CD99}" dt="2026-08-28T01:50:14.341" v="1"/>
          <ac:spMkLst>
            <pc:docMk/>
            <pc:sldMk cId="2888102143" sldId="261"/>
            <ac:spMk id="5" creationId="{00557C23-B0CD-48F0-72C0-B977CEF4B973}"/>
          </ac:spMkLst>
        </pc:spChg>
        <pc:spChg chg="add del mod">
          <ac:chgData name="Quan Nguyen Hong" userId="S::quannh40@fpt.com::4125e705-c8d5-45b0-82c0-7c7a95adeaf2" providerId="AD" clId="Web-{A8203B7A-93C2-D3DE-43FE-E6530B55CD99}" dt="2026-08-28T01:50:55.388" v="3"/>
          <ac:spMkLst>
            <pc:docMk/>
            <pc:sldMk cId="2888102143" sldId="261"/>
            <ac:spMk id="8" creationId="{BC8054CB-BE21-B71F-8A2C-1ED9CDEEFA1D}"/>
          </ac:spMkLst>
        </pc:spChg>
        <pc:picChg chg="del">
          <ac:chgData name="Quan Nguyen Hong" userId="S::quannh40@fpt.com::4125e705-c8d5-45b0-82c0-7c7a95adeaf2" providerId="AD" clId="Web-{A8203B7A-93C2-D3DE-43FE-E6530B55CD99}" dt="2026-08-28T01:50:09.138" v="0"/>
          <ac:picMkLst>
            <pc:docMk/>
            <pc:sldMk cId="2888102143" sldId="261"/>
            <ac:picMk id="4" creationId="{F9066E04-AA62-C90F-9499-B085946A9D77}"/>
          </ac:picMkLst>
        </pc:picChg>
        <pc:picChg chg="add del mod ord">
          <ac:chgData name="Quan Nguyen Hong" userId="S::quannh40@fpt.com::4125e705-c8d5-45b0-82c0-7c7a95adeaf2" providerId="AD" clId="Web-{A8203B7A-93C2-D3DE-43FE-E6530B55CD99}" dt="2026-08-28T01:50:37.450" v="2"/>
          <ac:picMkLst>
            <pc:docMk/>
            <pc:sldMk cId="2888102143" sldId="261"/>
            <ac:picMk id="6" creationId="{2DCFE93E-EBF4-C54A-CD0C-DA33C7560340}"/>
          </ac:picMkLst>
        </pc:picChg>
        <pc:picChg chg="add mod ord">
          <ac:chgData name="Quan Nguyen Hong" userId="S::quannh40@fpt.com::4125e705-c8d5-45b0-82c0-7c7a95adeaf2" providerId="AD" clId="Web-{A8203B7A-93C2-D3DE-43FE-E6530B55CD99}" dt="2026-08-28T01:50:55.388" v="3"/>
          <ac:picMkLst>
            <pc:docMk/>
            <pc:sldMk cId="2888102143" sldId="261"/>
            <ac:picMk id="9" creationId="{AFBD0788-164C-FA6A-AE4B-8D1055BD286C}"/>
          </ac:picMkLst>
        </pc:picChg>
      </pc:sldChg>
    </pc:docChg>
  </pc:docChgLst>
  <pc:docChgLst>
    <pc:chgData name="Quan Nguyen Hong" userId="S::quannh40@fpt.com::4125e705-c8d5-45b0-82c0-7c7a95adeaf2" providerId="AD" clId="Web-{C9765B5F-7129-0178-CDE3-73D7A8E1A9C4}"/>
    <pc:docChg chg="modSld">
      <pc:chgData name="Quan Nguyen Hong" userId="S::quannh40@fpt.com::4125e705-c8d5-45b0-82c0-7c7a95adeaf2" providerId="AD" clId="Web-{C9765B5F-7129-0178-CDE3-73D7A8E1A9C4}" dt="2026-08-28T02:12:54.720" v="14" actId="1076"/>
      <pc:docMkLst>
        <pc:docMk/>
      </pc:docMkLst>
      <pc:sldChg chg="addSp delSp modSp">
        <pc:chgData name="Quan Nguyen Hong" userId="S::quannh40@fpt.com::4125e705-c8d5-45b0-82c0-7c7a95adeaf2" providerId="AD" clId="Web-{C9765B5F-7129-0178-CDE3-73D7A8E1A9C4}" dt="2026-08-28T02:12:54.720" v="14" actId="1076"/>
        <pc:sldMkLst>
          <pc:docMk/>
          <pc:sldMk cId="2888102143" sldId="261"/>
        </pc:sldMkLst>
        <pc:spChg chg="add del mod">
          <ac:chgData name="Quan Nguyen Hong" userId="S::quannh40@fpt.com::4125e705-c8d5-45b0-82c0-7c7a95adeaf2" providerId="AD" clId="Web-{C9765B5F-7129-0178-CDE3-73D7A8E1A9C4}" dt="2026-08-28T02:00:01.188" v="3"/>
          <ac:spMkLst>
            <pc:docMk/>
            <pc:sldMk cId="2888102143" sldId="261"/>
            <ac:spMk id="4" creationId="{9955D0EA-5FCC-29AE-6724-AED87D441E90}"/>
          </ac:spMkLst>
        </pc:spChg>
        <pc:spChg chg="add del mod">
          <ac:chgData name="Quan Nguyen Hong" userId="S::quannh40@fpt.com::4125e705-c8d5-45b0-82c0-7c7a95adeaf2" providerId="AD" clId="Web-{C9765B5F-7129-0178-CDE3-73D7A8E1A9C4}" dt="2026-08-28T02:08:04.829" v="8"/>
          <ac:spMkLst>
            <pc:docMk/>
            <pc:sldMk cId="2888102143" sldId="261"/>
            <ac:spMk id="8" creationId="{A779C02C-0E1A-D806-9E23-E5C83473BBAA}"/>
          </ac:spMkLst>
        </pc:spChg>
        <pc:spChg chg="add del mod">
          <ac:chgData name="Quan Nguyen Hong" userId="S::quannh40@fpt.com::4125e705-c8d5-45b0-82c0-7c7a95adeaf2" providerId="AD" clId="Web-{C9765B5F-7129-0178-CDE3-73D7A8E1A9C4}" dt="2026-08-28T02:12:26.282" v="10"/>
          <ac:spMkLst>
            <pc:docMk/>
            <pc:sldMk cId="2888102143" sldId="261"/>
            <ac:spMk id="12" creationId="{8D728E53-043E-AC6A-062A-32995D4ADBA5}"/>
          </ac:spMkLst>
        </pc:spChg>
        <pc:picChg chg="add del mod ord">
          <ac:chgData name="Quan Nguyen Hong" userId="S::quannh40@fpt.com::4125e705-c8d5-45b0-82c0-7c7a95adeaf2" providerId="AD" clId="Web-{C9765B5F-7129-0178-CDE3-73D7A8E1A9C4}" dt="2026-08-28T01:53:30.204" v="2"/>
          <ac:picMkLst>
            <pc:docMk/>
            <pc:sldMk cId="2888102143" sldId="261"/>
            <ac:picMk id="5" creationId="{18E6BA18-02D1-B11B-1313-55E3B0C5F275}"/>
          </ac:picMkLst>
        </pc:picChg>
        <pc:picChg chg="add del mod ord">
          <ac:chgData name="Quan Nguyen Hong" userId="S::quannh40@fpt.com::4125e705-c8d5-45b0-82c0-7c7a95adeaf2" providerId="AD" clId="Web-{C9765B5F-7129-0178-CDE3-73D7A8E1A9C4}" dt="2026-08-28T02:08:00.126" v="7"/>
          <ac:picMkLst>
            <pc:docMk/>
            <pc:sldMk cId="2888102143" sldId="261"/>
            <ac:picMk id="6" creationId="{8A935ABC-5FC9-AB4C-F4F5-514E0959647B}"/>
          </ac:picMkLst>
        </pc:picChg>
        <pc:picChg chg="del">
          <ac:chgData name="Quan Nguyen Hong" userId="S::quannh40@fpt.com::4125e705-c8d5-45b0-82c0-7c7a95adeaf2" providerId="AD" clId="Web-{C9765B5F-7129-0178-CDE3-73D7A8E1A9C4}" dt="2026-08-28T01:53:21.923" v="0"/>
          <ac:picMkLst>
            <pc:docMk/>
            <pc:sldMk cId="2888102143" sldId="261"/>
            <ac:picMk id="9" creationId="{AFBD0788-164C-FA6A-AE4B-8D1055BD286C}"/>
          </ac:picMkLst>
        </pc:picChg>
        <pc:picChg chg="add del mod ord">
          <ac:chgData name="Quan Nguyen Hong" userId="S::quannh40@fpt.com::4125e705-c8d5-45b0-82c0-7c7a95adeaf2" providerId="AD" clId="Web-{C9765B5F-7129-0178-CDE3-73D7A8E1A9C4}" dt="2026-08-28T02:12:20.767" v="9"/>
          <ac:picMkLst>
            <pc:docMk/>
            <pc:sldMk cId="2888102143" sldId="261"/>
            <ac:picMk id="10" creationId="{75505756-11DF-A621-47E8-43A95BC81436}"/>
          </ac:picMkLst>
        </pc:picChg>
        <pc:picChg chg="add mod ord">
          <ac:chgData name="Quan Nguyen Hong" userId="S::quannh40@fpt.com::4125e705-c8d5-45b0-82c0-7c7a95adeaf2" providerId="AD" clId="Web-{C9765B5F-7129-0178-CDE3-73D7A8E1A9C4}" dt="2026-08-28T02:12:54.720" v="14" actId="1076"/>
          <ac:picMkLst>
            <pc:docMk/>
            <pc:sldMk cId="2888102143" sldId="261"/>
            <ac:picMk id="13" creationId="{95AC9DB3-7563-65CD-6C8D-C20234B4C3C1}"/>
          </ac:picMkLst>
        </pc:picChg>
      </pc:sldChg>
    </pc:docChg>
  </pc:docChgLst>
  <pc:docChgLst>
    <pc:chgData name="Quan Nguyen Hong" userId="S::quannh40@fpt.com::4125e705-c8d5-45b0-82c0-7c7a95adeaf2" providerId="AD" clId="Web-{00000000-0000-0000-0000-000000000000}"/>
    <pc:docChg chg="modSld">
      <pc:chgData name="Quan Nguyen Hong" userId="S::quannh40@fpt.com::4125e705-c8d5-45b0-82c0-7c7a95adeaf2" providerId="AD" clId="Web-{00000000-0000-0000-0000-000000000000}" dt="2026-08-28T02:24:44.021" v="20"/>
      <pc:docMkLst>
        <pc:docMk/>
      </pc:docMkLst>
      <pc:sldChg chg="addSp delSp modSp">
        <pc:chgData name="Quan Nguyen Hong" userId="S::quannh40@fpt.com::4125e705-c8d5-45b0-82c0-7c7a95adeaf2" providerId="AD" clId="Web-{00000000-0000-0000-0000-000000000000}" dt="2026-08-28T02:24:44.021" v="20"/>
        <pc:sldMkLst>
          <pc:docMk/>
          <pc:sldMk cId="2888102143" sldId="261"/>
        </pc:sldMkLst>
        <pc:spChg chg="add del mod">
          <ac:chgData name="Quan Nguyen Hong" userId="S::quannh40@fpt.com::4125e705-c8d5-45b0-82c0-7c7a95adeaf2" providerId="AD" clId="Web-{00000000-0000-0000-0000-000000000000}" dt="2026-08-28T02:14:21.683" v="1"/>
          <ac:spMkLst>
            <pc:docMk/>
            <pc:sldMk cId="2888102143" sldId="261"/>
            <ac:spMk id="4" creationId="{D60D6FBC-3FD2-698D-1277-D5D46392E773}"/>
          </ac:spMkLst>
        </pc:spChg>
        <pc:spChg chg="add del mod">
          <ac:chgData name="Quan Nguyen Hong" userId="S::quannh40@fpt.com::4125e705-c8d5-45b0-82c0-7c7a95adeaf2" providerId="AD" clId="Web-{00000000-0000-0000-0000-000000000000}" dt="2026-08-28T02:20:45.667" v="7"/>
          <ac:spMkLst>
            <pc:docMk/>
            <pc:sldMk cId="2888102143" sldId="261"/>
            <ac:spMk id="7" creationId="{6B061E15-DC8F-8ECC-CD17-83C00B50A184}"/>
          </ac:spMkLst>
        </pc:spChg>
        <pc:spChg chg="add del mod">
          <ac:chgData name="Quan Nguyen Hong" userId="S::quannh40@fpt.com::4125e705-c8d5-45b0-82c0-7c7a95adeaf2" providerId="AD" clId="Web-{00000000-0000-0000-0000-000000000000}" dt="2026-08-28T02:23:34.768" v="11"/>
          <ac:spMkLst>
            <pc:docMk/>
            <pc:sldMk cId="2888102143" sldId="261"/>
            <ac:spMk id="10" creationId="{283D902F-4473-FCCD-9FAF-3ADCD4770A34}"/>
          </ac:spMkLst>
        </pc:spChg>
        <pc:graphicFrameChg chg="add del mod ord modGraphic">
          <ac:chgData name="Quan Nguyen Hong" userId="S::quannh40@fpt.com::4125e705-c8d5-45b0-82c0-7c7a95adeaf2" providerId="AD" clId="Web-{00000000-0000-0000-0000-000000000000}" dt="2026-08-28T02:22:16.718" v="10"/>
          <ac:graphicFrameMkLst>
            <pc:docMk/>
            <pc:sldMk cId="2888102143" sldId="261"/>
            <ac:graphicFrameMk id="11" creationId="{3E982B60-34C7-C767-AD0D-22C9CB98008C}"/>
          </ac:graphicFrameMkLst>
        </pc:graphicFrameChg>
        <pc:picChg chg="add del mod ord">
          <ac:chgData name="Quan Nguyen Hong" userId="S::quannh40@fpt.com::4125e705-c8d5-45b0-82c0-7c7a95adeaf2" providerId="AD" clId="Web-{00000000-0000-0000-0000-000000000000}" dt="2026-08-28T02:20:40.323" v="6"/>
          <ac:picMkLst>
            <pc:docMk/>
            <pc:sldMk cId="2888102143" sldId="261"/>
            <ac:picMk id="5" creationId="{099E081C-B167-F864-D56C-78ED1C72CF5A}"/>
          </ac:picMkLst>
        </pc:picChg>
        <pc:picChg chg="add del mod ord">
          <ac:chgData name="Quan Nguyen Hong" userId="S::quannh40@fpt.com::4125e705-c8d5-45b0-82c0-7c7a95adeaf2" providerId="AD" clId="Web-{00000000-0000-0000-0000-000000000000}" dt="2026-08-28T02:21:53.795" v="8"/>
          <ac:picMkLst>
            <pc:docMk/>
            <pc:sldMk cId="2888102143" sldId="261"/>
            <ac:picMk id="8" creationId="{A6DA1F26-FA7D-6440-381A-31A531BC6BEF}"/>
          </ac:picMkLst>
        </pc:picChg>
        <pc:picChg chg="del">
          <ac:chgData name="Quan Nguyen Hong" userId="S::quannh40@fpt.com::4125e705-c8d5-45b0-82c0-7c7a95adeaf2" providerId="AD" clId="Web-{00000000-0000-0000-0000-000000000000}" dt="2026-08-28T02:14:16.355" v="0"/>
          <ac:picMkLst>
            <pc:docMk/>
            <pc:sldMk cId="2888102143" sldId="261"/>
            <ac:picMk id="13" creationId="{95AC9DB3-7563-65CD-6C8D-C20234B4C3C1}"/>
          </ac:picMkLst>
        </pc:picChg>
        <pc:picChg chg="add mod ord">
          <ac:chgData name="Quan Nguyen Hong" userId="S::quannh40@fpt.com::4125e705-c8d5-45b0-82c0-7c7a95adeaf2" providerId="AD" clId="Web-{00000000-0000-0000-0000-000000000000}" dt="2026-08-28T02:24:44.021" v="20"/>
          <ac:picMkLst>
            <pc:docMk/>
            <pc:sldMk cId="2888102143" sldId="261"/>
            <ac:picMk id="19" creationId="{4865F25C-0777-036A-972F-57E063B6A2C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AI Document Audit &amp; Knowledge Assistant </a:t>
            </a:r>
            <a:r>
              <a:rPr lang="en-US"/>
              <a:t>System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Team 6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9E7EB5-F6CD-77CE-5ABA-6E7212FDF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D9830E9-135A-7A61-E32C-E3BCD3B39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/>
              <a:t>Product Overview</a:t>
            </a:r>
          </a:p>
          <a:p>
            <a:pPr marL="514350" indent="-514350">
              <a:buAutoNum type="arabicPeriod"/>
            </a:pPr>
            <a:r>
              <a:rPr lang="en-US">
                <a:ea typeface="+mn-lt"/>
                <a:cs typeface="+mn-lt"/>
              </a:rPr>
              <a:t>Architecture Decisions</a:t>
            </a:r>
          </a:p>
          <a:p>
            <a:pPr marL="514350" indent="-514350">
              <a:buAutoNum type="arabicPeriod"/>
            </a:pPr>
            <a:r>
              <a:rPr lang="en-US">
                <a:ea typeface="+mn-lt"/>
                <a:cs typeface="+mn-lt"/>
              </a:rPr>
              <a:t>System Architecture</a:t>
            </a:r>
          </a:p>
          <a:p>
            <a:pPr marL="514350" indent="-514350">
              <a:buAutoNum type="arabicPeriod"/>
            </a:pPr>
            <a:r>
              <a:rPr lang="en-US">
                <a:ea typeface="+mn-lt"/>
                <a:cs typeface="+mn-lt"/>
              </a:rPr>
              <a:t>Infrastructure Architecture</a:t>
            </a:r>
          </a:p>
          <a:p>
            <a:pPr marL="514350" indent="-514350">
              <a:buAutoNum type="arabicPeriod"/>
            </a:pPr>
            <a:r>
              <a:rPr lang="en-US">
                <a:ea typeface="+mn-lt"/>
                <a:cs typeface="+mn-lt"/>
              </a:rPr>
              <a:t>Security, Observability, and Scaling</a:t>
            </a:r>
          </a:p>
          <a:p>
            <a:pPr marL="514350" indent="-514350">
              <a:buAutoNum type="arabicPeriod"/>
            </a:pPr>
            <a:r>
              <a:rPr lang="en-US" dirty="0">
                <a:ea typeface="+mn-lt"/>
                <a:cs typeface="+mn-lt"/>
              </a:rPr>
              <a:t>AWS Fit (or </a:t>
            </a:r>
            <a:r>
              <a:rPr lang="en-US">
                <a:ea typeface="+mn-lt"/>
                <a:cs typeface="+mn-lt"/>
              </a:rPr>
              <a:t>other</a:t>
            </a:r>
            <a:r>
              <a:rPr lang="en-US" dirty="0">
                <a:ea typeface="+mn-lt"/>
                <a:cs typeface="+mn-lt"/>
              </a:rPr>
              <a:t> providers)</a:t>
            </a:r>
          </a:p>
          <a:p>
            <a:pPr marL="514350" indent="-514350">
              <a:buAutoNum type="arabicPeriod"/>
            </a:pPr>
            <a:r>
              <a:rPr lang="en-US">
                <a:ea typeface="+mn-lt"/>
                <a:cs typeface="+mn-lt"/>
              </a:rPr>
              <a:t>Sizing &amp; Cost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933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1706A7-82EF-B540-8132-C3081D97B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Product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5CA3F5-8F07-0EE0-FEFA-4A0D7B565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898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15B623-3DBF-1458-B632-FFA6E5F97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Architecture Decisions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7B2876-F043-A564-AD03-C29DD4B34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326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F16014-8249-8B67-69A4-6ACFA7437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System Architecture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EBDB69E-3186-D007-2DFD-397E4EEBB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0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59D58F-1848-F464-495B-72D910321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Infrastructure Architecture </a:t>
            </a:r>
            <a:endParaRPr lang="en-US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704" y="1366208"/>
            <a:ext cx="8017403" cy="5427783"/>
          </a:xfrm>
        </p:spPr>
      </p:pic>
    </p:spTree>
    <p:extLst>
      <p:ext uri="{BB962C8B-B14F-4D97-AF65-F5344CB8AC3E}">
        <p14:creationId xmlns:p14="http://schemas.microsoft.com/office/powerpoint/2010/main" val="2888102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4759566-53FE-4FCE-B324-84A9858F4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Edge &amp; Identity (1/4)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236" y="1243584"/>
            <a:ext cx="11150317" cy="5513832"/>
          </a:xfrm>
        </p:spPr>
      </p:pic>
    </p:spTree>
    <p:extLst>
      <p:ext uri="{BB962C8B-B14F-4D97-AF65-F5344CB8AC3E}">
        <p14:creationId xmlns:p14="http://schemas.microsoft.com/office/powerpoint/2010/main" val="1532126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3DCFD6-06B9-1522-CA19-34FAE356D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 Compute &amp; Data Services (2/4)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75594"/>
            <a:ext cx="11302621" cy="4999526"/>
          </a:xfrm>
        </p:spPr>
      </p:pic>
    </p:spTree>
    <p:extLst>
      <p:ext uri="{BB962C8B-B14F-4D97-AF65-F5344CB8AC3E}">
        <p14:creationId xmlns:p14="http://schemas.microsoft.com/office/powerpoint/2010/main" val="710890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8057FB-7277-1CE0-349C-D56E734BB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 Platform Services (3/4)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" y="1922089"/>
            <a:ext cx="12030456" cy="3693350"/>
          </a:xfrm>
        </p:spPr>
      </p:pic>
    </p:spTree>
    <p:extLst>
      <p:ext uri="{BB962C8B-B14F-4D97-AF65-F5344CB8AC3E}">
        <p14:creationId xmlns:p14="http://schemas.microsoft.com/office/powerpoint/2010/main" val="408563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3BAE3B-8B1B-D77B-296C-62FEFDD91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Platform, Security &amp; Operations (4/4)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44" y="1639126"/>
            <a:ext cx="11757165" cy="5200586"/>
          </a:xfrm>
        </p:spPr>
      </p:pic>
    </p:spTree>
    <p:extLst>
      <p:ext uri="{BB962C8B-B14F-4D97-AF65-F5344CB8AC3E}">
        <p14:creationId xmlns:p14="http://schemas.microsoft.com/office/powerpoint/2010/main" val="87127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7739D3-7A79-5D73-5EA9-F450C021B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Security, Observability, and Scaling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BCB467F-7395-F1E4-C2F2-E16B8D15E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618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47CF780-DDD1-E361-5BAE-503AB4BB5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AWS Fit (or other providers)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D63CF7-C182-7E09-95DE-7E44E2533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78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331FA9-8D94-9A26-1173-907D71DE7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Sizing &amp; Cost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0FB9820-3727-4A00-EDDA-566ED62E5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571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E80D00-67EF-284F-30FB-444F6150D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EB6E87C-46D1-A5B9-1C88-B81EB39AB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214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</TotalTime>
  <Words>87</Words>
  <Application>Microsoft Office PowerPoint</Application>
  <PresentationFormat>Widescreen</PresentationFormat>
  <Paragraphs>21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AI Document Audit &amp; Knowledge Assistant System</vt:lpstr>
      <vt:lpstr>Agenda</vt:lpstr>
      <vt:lpstr>Product Overview </vt:lpstr>
      <vt:lpstr>Architecture Decisions </vt:lpstr>
      <vt:lpstr>System Architecture </vt:lpstr>
      <vt:lpstr>Infrastructure Architecture </vt:lpstr>
      <vt:lpstr>Global Edge &amp; Identity (1/4)</vt:lpstr>
      <vt:lpstr>Application Compute &amp; Data Services (2/4)</vt:lpstr>
      <vt:lpstr>AI Platform Services (3/4)</vt:lpstr>
      <vt:lpstr>Platform, Security &amp; Operations (4/4)</vt:lpstr>
      <vt:lpstr>Security, Observability, and Scaling </vt:lpstr>
      <vt:lpstr>AWS Fit (or other providers) </vt:lpstr>
      <vt:lpstr>Sizing &amp; Cost 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Document Audit &amp; Knowledge Assistant System</dc:title>
  <dc:creator/>
  <cp:lastModifiedBy>Microsoft account</cp:lastModifiedBy>
  <cp:revision>87</cp:revision>
  <dcterms:created xsi:type="dcterms:W3CDTF">2026-08-28T00:50:08Z</dcterms:created>
  <dcterms:modified xsi:type="dcterms:W3CDTF">2026-08-29T07:13:46Z</dcterms:modified>
</cp:coreProperties>
</file>