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103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2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manual audit to AI-powered assurance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61288"/>
            <a:ext cx="8138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8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faster, more consistent way to validate vendor submissions and make confident decisions.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1664208"/>
            <a:ext cx="11128248" cy="530352"/>
          </a:xfrm>
          <a:prstGeom prst="roundRect">
            <a:avLst>
              <a:gd name="adj" fmla="val 17241"/>
            </a:avLst>
          </a:prstGeom>
          <a:solidFill>
            <a:srgbClr val="EBF3F9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55648"/>
            <a:ext cx="23317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2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AS-IS  MANUAL AUDIT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08960" y="1746504"/>
            <a:ext cx="10515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files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856232"/>
            <a:ext cx="292608" cy="164592"/>
          </a:xfrm>
          <a:prstGeom prst="chevron">
            <a:avLst/>
          </a:prstGeom>
          <a:solidFill>
            <a:srgbClr val="687684"/>
          </a:solidFill>
          <a:ln w="12700">
            <a:solidFill>
              <a:srgbClr val="6876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746504"/>
            <a:ext cx="1325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evidence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1856232"/>
            <a:ext cx="292608" cy="164592"/>
          </a:xfrm>
          <a:prstGeom prst="chevron">
            <a:avLst/>
          </a:prstGeom>
          <a:solidFill>
            <a:srgbClr val="687684"/>
          </a:solidFill>
          <a:ln w="12700">
            <a:solidFill>
              <a:srgbClr val="6876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746504"/>
            <a:ext cx="13258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Cross-reference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82128" y="1856232"/>
            <a:ext cx="292608" cy="164592"/>
          </a:xfrm>
          <a:prstGeom prst="chevron">
            <a:avLst/>
          </a:prstGeom>
          <a:solidFill>
            <a:srgbClr val="687684"/>
          </a:solidFill>
          <a:ln w="12700">
            <a:solidFill>
              <a:srgbClr val="6876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746504"/>
            <a:ext cx="11887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findings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582912" y="1856232"/>
            <a:ext cx="292608" cy="164592"/>
          </a:xfrm>
          <a:prstGeom prst="chevron">
            <a:avLst/>
          </a:prstGeom>
          <a:solidFill>
            <a:srgbClr val="687684"/>
          </a:solidFill>
          <a:ln w="12700">
            <a:solidFill>
              <a:srgbClr val="6876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85248" y="1746504"/>
            <a:ext cx="9601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" y="2578608"/>
            <a:ext cx="2907792" cy="2633472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816352"/>
            <a:ext cx="3657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2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70432" y="2788920"/>
            <a:ext cx="1691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Submit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8096" y="3246120"/>
            <a:ext cx="219456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handover package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3575304"/>
            <a:ext cx="219456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Policies &amp; procedures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8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Certifications &amp; evidence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8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Supporting records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8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Contact and scope details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8096" y="4718304"/>
            <a:ext cx="2322576" cy="292608"/>
          </a:xfrm>
          <a:prstGeom prst="roundRect">
            <a:avLst>
              <a:gd name="adj" fmla="val 25000"/>
            </a:avLst>
          </a:prstGeom>
          <a:solidFill>
            <a:srgbClr val="E2F7F6"/>
          </a:solidFill>
          <a:ln w="12700">
            <a:solidFill>
              <a:srgbClr val="E2F7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45736"/>
            <a:ext cx="22128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2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received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50808" y="2578608"/>
            <a:ext cx="2907792" cy="2633472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D3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88552" y="2816352"/>
            <a:ext cx="3657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2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00032" y="2788920"/>
            <a:ext cx="16459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988552" y="3246120"/>
            <a:ext cx="21945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and decide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25128" y="3630168"/>
            <a:ext cx="2267712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See key risks and gaps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8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Trace findings to evidence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8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Share an auditable decision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88552" y="4718304"/>
            <a:ext cx="2322576" cy="292608"/>
          </a:xfrm>
          <a:prstGeom prst="roundRect">
            <a:avLst>
              <a:gd name="adj" fmla="val 25000"/>
            </a:avLst>
          </a:prstGeom>
          <a:solidFill>
            <a:srgbClr val="EBF3F9"/>
          </a:solidFill>
          <a:ln w="12700">
            <a:solidFill>
              <a:srgbClr val="EBF3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43416" y="4745736"/>
            <a:ext cx="22128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 decision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21024" y="3776472"/>
            <a:ext cx="566928" cy="256032"/>
          </a:xfrm>
          <a:prstGeom prst="chevron">
            <a:avLst/>
          </a:prstGeom>
          <a:solidFill>
            <a:srgbClr val="0D9292"/>
          </a:solidFill>
          <a:ln w="12700">
            <a:solidFill>
              <a:srgbClr val="0D929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10144" y="3776472"/>
            <a:ext cx="566928" cy="256032"/>
          </a:xfrm>
          <a:prstGeom prst="chevron">
            <a:avLst/>
          </a:prstGeom>
          <a:solidFill>
            <a:srgbClr val="0D9292"/>
          </a:solidFill>
          <a:ln w="12700">
            <a:solidFill>
              <a:srgbClr val="0D929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15968" y="2514600"/>
            <a:ext cx="3703320" cy="2962656"/>
          </a:xfrm>
          <a:prstGeom prst="roundRect">
            <a:avLst>
              <a:gd name="adj" fmla="val 5556"/>
            </a:avLst>
          </a:prstGeom>
          <a:solidFill>
            <a:srgbClr val="0D9292"/>
          </a:solidFill>
          <a:ln w="12700">
            <a:solidFill>
              <a:srgbClr val="0568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788920"/>
            <a:ext cx="32004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AUDIT WORKFLOW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53712" y="3136392"/>
            <a:ext cx="43891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F7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3108960"/>
            <a:ext cx="2724912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intelligence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572000" y="3657600"/>
            <a:ext cx="932688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3721608"/>
            <a:ext cx="84124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68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68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32704" y="3822192"/>
            <a:ext cx="274320" cy="164592"/>
          </a:xfrm>
          <a:prstGeom prst="chevron">
            <a:avLst/>
          </a:prstGeom>
          <a:solidFill>
            <a:srgbClr val="E2F7F6"/>
          </a:solidFill>
          <a:ln w="12700">
            <a:solidFill>
              <a:srgbClr val="E2F7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0176" y="3657600"/>
            <a:ext cx="117043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25896" y="3721608"/>
            <a:ext cx="107899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68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&amp; audit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568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42048" y="3822192"/>
            <a:ext cx="274320" cy="164592"/>
          </a:xfrm>
          <a:prstGeom prst="chevron">
            <a:avLst/>
          </a:prstGeom>
          <a:solidFill>
            <a:srgbClr val="E2F7F6"/>
          </a:solidFill>
          <a:ln w="12700">
            <a:solidFill>
              <a:srgbClr val="E2F7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89520" y="3657600"/>
            <a:ext cx="228600" cy="53035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3657600"/>
            <a:ext cx="182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69480" y="3721608"/>
            <a:ext cx="7132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report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0" y="4517136"/>
            <a:ext cx="2944368" cy="512064"/>
          </a:xfrm>
          <a:prstGeom prst="roundRect">
            <a:avLst>
              <a:gd name="adj" fmla="val 17857"/>
            </a:avLst>
          </a:prstGeom>
          <a:solidFill>
            <a:srgbClr val="05686C"/>
          </a:solidFill>
          <a:ln w="12700">
            <a:solidFill>
              <a:srgbClr val="05686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4663440"/>
            <a:ext cx="26517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 question in natural language  →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30352" y="5806440"/>
            <a:ext cx="11128248" cy="0"/>
          </a:xfrm>
          <a:prstGeom prst="line">
            <a:avLst/>
          </a:prstGeom>
          <a:noFill/>
          <a:ln w="12700">
            <a:solidFill>
              <a:srgbClr val="D3DE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26280" y="5925312"/>
            <a:ext cx="3127248" cy="411480"/>
          </a:xfrm>
          <a:prstGeom prst="roundRect">
            <a:avLst>
              <a:gd name="adj" fmla="val 35556"/>
            </a:avLst>
          </a:prstGeom>
          <a:solidFill>
            <a:srgbClr val="12364F"/>
          </a:solidFill>
          <a:ln w="12700">
            <a:solidFill>
              <a:srgbClr val="1236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81728" y="6025896"/>
            <a:ext cx="281635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TO-BE  AI-POWERED ASSURANCE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09560" y="6016752"/>
            <a:ext cx="33375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2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searching. More signal. Better decisions.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document intelligence</dc:title>
  <dc:subject>Product overview</dc:subject>
  <dc:creator/>
  <cp:lastModifiedBy/>
  <cp:revision>1</cp:revision>
  <dcterms:created xsi:type="dcterms:W3CDTF">2026-09-04T08:44:46Z</dcterms:created>
  <dcterms:modified xsi:type="dcterms:W3CDTF">2026-09-04T08:44:46Z</dcterms:modified>
</cp:coreProperties>
</file>